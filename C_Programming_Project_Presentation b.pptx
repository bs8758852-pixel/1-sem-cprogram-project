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8" r:id="rId3"/>
    <p:sldId id="270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5DC720-FB64-45D4-98C5-31B27FD1036D}" v="5" dt="2025-11-07T17:47:34.8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62" y="-100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alakshmi A" userId="3d7bf9b8c52e15bb" providerId="LiveId" clId="{F4ADCD2F-73FF-4685-AEDC-9DD17DB0B361}"/>
    <pc:docChg chg="undo custSel modSld">
      <pc:chgData name="Mahalakshmi A" userId="3d7bf9b8c52e15bb" providerId="LiveId" clId="{F4ADCD2F-73FF-4685-AEDC-9DD17DB0B361}" dt="2025-11-07T17:48:25.347" v="350" actId="20577"/>
      <pc:docMkLst>
        <pc:docMk/>
      </pc:docMkLst>
      <pc:sldChg chg="modSp mod">
        <pc:chgData name="Mahalakshmi A" userId="3d7bf9b8c52e15bb" providerId="LiveId" clId="{F4ADCD2F-73FF-4685-AEDC-9DD17DB0B361}" dt="2025-11-07T17:48:25.347" v="350" actId="20577"/>
        <pc:sldMkLst>
          <pc:docMk/>
          <pc:sldMk cId="0" sldId="256"/>
        </pc:sldMkLst>
        <pc:spChg chg="mod">
          <ac:chgData name="Mahalakshmi A" userId="3d7bf9b8c52e15bb" providerId="LiveId" clId="{F4ADCD2F-73FF-4685-AEDC-9DD17DB0B361}" dt="2025-11-07T17:48:25.347" v="350" actId="20577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3084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07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2747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091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109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902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750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080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6119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583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187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391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1AEB8A9-B768-4E30-BA55-D919E6687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001" y="-2"/>
            <a:ext cx="4069936" cy="6858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039" y="640080"/>
            <a:ext cx="3429855" cy="5613236"/>
          </a:xfrm>
        </p:spPr>
        <p:txBody>
          <a:bodyPr anchor="ctr">
            <a:normAutofit/>
          </a:bodyPr>
          <a:lstStyle/>
          <a:p>
            <a:r>
              <a:rPr lang="en-IN" dirty="0">
                <a:solidFill>
                  <a:srgbClr val="FFFFFF"/>
                </a:solidFill>
              </a:rPr>
              <a:t>C Programming Project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9818" y="2106273"/>
            <a:ext cx="7172138" cy="3745107"/>
          </a:xfrm>
        </p:spPr>
        <p:txBody>
          <a:bodyPr>
            <a:normAutofit fontScale="92500" lnSpcReduction="20000"/>
          </a:bodyPr>
          <a:lstStyle/>
          <a:p>
            <a:endParaRPr lang="en-US" dirty="0"/>
          </a:p>
          <a:p>
            <a:pPr>
              <a:defRPr sz="1800"/>
            </a:pPr>
            <a:r>
              <a:rPr lang="en-US" dirty="0"/>
              <a:t>Project Title: UNIT CONVERTER SUITE</a:t>
            </a:r>
          </a:p>
          <a:p>
            <a:pPr>
              <a:defRPr sz="1800"/>
            </a:pPr>
            <a:r>
              <a:rPr lang="en-US" dirty="0"/>
              <a:t>Course: C Programming Lab / Mini Project</a:t>
            </a:r>
          </a:p>
          <a:p>
            <a:pPr>
              <a:defRPr sz="1800"/>
            </a:pPr>
            <a:r>
              <a:rPr lang="en-US" dirty="0"/>
              <a:t>Student Name &amp; Roll No: ANJALI V (25BCS206)</a:t>
            </a:r>
          </a:p>
          <a:p>
            <a:pPr>
              <a:defRPr sz="1800"/>
            </a:pPr>
            <a:r>
              <a:rPr lang="en-US" dirty="0"/>
              <a:t>                                    ASWIN KUMAR K (25BCS207)</a:t>
            </a:r>
          </a:p>
          <a:p>
            <a:pPr>
              <a:defRPr sz="1800"/>
            </a:pPr>
            <a:r>
              <a:rPr lang="en-US" dirty="0"/>
              <a:t>                                    BALA MURALI KRISHNA G (25BCS208)</a:t>
            </a:r>
          </a:p>
          <a:p>
            <a:pPr marL="0" indent="0">
              <a:buNone/>
              <a:defRPr sz="1800"/>
            </a:pPr>
            <a:r>
              <a:rPr lang="en-US" dirty="0"/>
              <a:t>                                     BALASARAVANAN A (25BCS209)</a:t>
            </a:r>
          </a:p>
          <a:p>
            <a:pPr marL="0" indent="0">
              <a:buNone/>
              <a:defRPr sz="1800"/>
            </a:pPr>
            <a:r>
              <a:rPr lang="en-US" dirty="0"/>
              <a:t>                                     BAVATHARANI A (25BCS210)</a:t>
            </a:r>
          </a:p>
          <a:p>
            <a:pPr>
              <a:defRPr sz="1800"/>
            </a:pPr>
            <a:r>
              <a:rPr lang="en-US" dirty="0"/>
              <a:t>Department: Computer Science  I ‘C’</a:t>
            </a:r>
          </a:p>
          <a:p>
            <a:pPr>
              <a:defRPr sz="1800"/>
            </a:pPr>
            <a:r>
              <a:rPr lang="en-US" dirty="0"/>
              <a:t>Mentor / Guide: </a:t>
            </a:r>
            <a:r>
              <a:rPr lang="en-US" dirty="0" err="1"/>
              <a:t>Mrs</a:t>
            </a:r>
            <a:r>
              <a:rPr lang="en-US" dirty="0"/>
              <a:t> SELVI/MR MOSSES JOHN PRAKASH</a:t>
            </a:r>
          </a:p>
        </p:txBody>
      </p:sp>
      <p:pic>
        <p:nvPicPr>
          <p:cNvPr id="6" name="Picture 5" descr="A blue and red logo&#10;&#10;AI-generated content may be incorrect.">
            <a:extLst>
              <a:ext uri="{FF2B5EF4-FFF2-40B4-BE49-F238E27FC236}">
                <a16:creationId xmlns:a16="http://schemas.microsoft.com/office/drawing/2014/main" id="{CFCEF9D9-CB8C-30E2-433C-84A56344A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818" y="233332"/>
            <a:ext cx="6743910" cy="168597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47F247E-B679-44E9-93C2-B2DD5EFB2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E15661-B0F2-42AE-A75B-0999B2CF5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72744" y="484632"/>
            <a:ext cx="8948150" cy="588091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9327" y="788416"/>
            <a:ext cx="7923264" cy="1499616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4706C1-38B7-4C23-8749-906CB0DC8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152" y="484632"/>
            <a:ext cx="2128933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D161189-7A5B-4B2B-93DC-777102994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207198" y="1029524"/>
            <a:ext cx="0" cy="914400"/>
          </a:xfrm>
          <a:prstGeom prst="line">
            <a:avLst/>
          </a:prstGeom>
          <a:ln w="19050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9327" y="2489202"/>
            <a:ext cx="7923264" cy="3554614"/>
          </a:xfrm>
        </p:spPr>
        <p:txBody>
          <a:bodyPr>
            <a:normAutofit/>
          </a:bodyPr>
          <a:lstStyle/>
          <a:p>
            <a:endParaRPr lang="en-US" dirty="0">
              <a:solidFill>
                <a:srgbClr val="FFFFFF"/>
              </a:solidFill>
            </a:endParaRPr>
          </a:p>
          <a:p>
            <a:pPr>
              <a:defRPr sz="1800"/>
            </a:pPr>
            <a:r>
              <a:rPr lang="en-US" dirty="0"/>
              <a:t>The Unit Converter Suite is a command-line based C program designed to convert values across various measurement units. It supports conversions for length, weight, temperature, volume, and time. The system provides accurate, fast, and user-friendly conversions for educational and practical use.</a:t>
            </a: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7" name="Picture 6" descr="A blue and red logo&#10;&#10;AI-generated content may be incorrect.">
            <a:extLst>
              <a:ext uri="{FF2B5EF4-FFF2-40B4-BE49-F238E27FC236}">
                <a16:creationId xmlns:a16="http://schemas.microsoft.com/office/drawing/2014/main" id="{CC3D9CA3-1C18-BE92-3737-94A9D5352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51" y="654831"/>
            <a:ext cx="1877990" cy="46949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0C85FF5D-CD2F-4426-529F-5CEF3A9FD067}"/>
              </a:ext>
            </a:extLst>
          </p:cNvPr>
          <p:cNvSpPr txBox="1">
            <a:spLocks/>
          </p:cNvSpPr>
          <p:nvPr/>
        </p:nvSpPr>
        <p:spPr>
          <a:xfrm>
            <a:off x="566451" y="589933"/>
            <a:ext cx="1877990" cy="56132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rgbClr val="FFFFFF"/>
                </a:solidFill>
              </a:rPr>
              <a:t>C Programming Project Presentation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5F433-401B-D19E-FB5A-E197117D0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47F247E-B679-44E9-93C2-B2DD5EFB2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E15661-B0F2-42AE-A75B-0999B2CF5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72744" y="484632"/>
            <a:ext cx="8948150" cy="588091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81B03C-4C13-6DD1-094D-6BE9E2A0E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9327" y="788416"/>
            <a:ext cx="7923264" cy="149961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Objective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4706C1-38B7-4C23-8749-906CB0DC8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152" y="484632"/>
            <a:ext cx="2128933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D161189-7A5B-4B2B-93DC-777102994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207198" y="1029524"/>
            <a:ext cx="0" cy="914400"/>
          </a:xfrm>
          <a:prstGeom prst="line">
            <a:avLst/>
          </a:prstGeom>
          <a:ln w="19050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48742-D328-4818-FAD9-B1FF9CFE3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9327" y="2489202"/>
            <a:ext cx="7923264" cy="3554614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  <a:p>
            <a:pPr>
              <a:defRPr sz="1800"/>
            </a:pPr>
            <a:r>
              <a:rPr lang="en-US">
                <a:solidFill>
                  <a:srgbClr val="FFFFFF"/>
                </a:solidFill>
              </a:rPr>
              <a:t>Main goals of the project:</a:t>
            </a:r>
          </a:p>
          <a:p>
            <a:pPr>
              <a:defRPr sz="1800"/>
            </a:pPr>
            <a:r>
              <a:rPr lang="en-US">
                <a:solidFill>
                  <a:srgbClr val="FFFFFF"/>
                </a:solidFill>
              </a:rPr>
              <a:t>• To design and implement a C-based program to automate tasks</a:t>
            </a:r>
          </a:p>
          <a:p>
            <a:pPr>
              <a:defRPr sz="1800"/>
            </a:pPr>
            <a:r>
              <a:rPr lang="en-US">
                <a:solidFill>
                  <a:srgbClr val="FFFFFF"/>
                </a:solidFill>
              </a:rPr>
              <a:t>• To apply core programming logic and modular design</a:t>
            </a:r>
          </a:p>
          <a:p>
            <a:pPr>
              <a:defRPr sz="1800"/>
            </a:pPr>
            <a:r>
              <a:rPr lang="en-US">
                <a:solidFill>
                  <a:srgbClr val="FFFFFF"/>
                </a:solidFill>
              </a:rPr>
              <a:t>• To demonstrate problem-solving and analytical skills</a:t>
            </a:r>
          </a:p>
        </p:txBody>
      </p:sp>
      <p:pic>
        <p:nvPicPr>
          <p:cNvPr id="4" name="Picture 3" descr="A blue and red logo&#10;&#10;AI-generated content may be incorrect.">
            <a:extLst>
              <a:ext uri="{FF2B5EF4-FFF2-40B4-BE49-F238E27FC236}">
                <a16:creationId xmlns:a16="http://schemas.microsoft.com/office/drawing/2014/main" id="{37D9D67E-2EDD-AD2F-274D-985229C81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51" y="654831"/>
            <a:ext cx="1877990" cy="46949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8AE0C31-BF7B-5210-89F6-48385C0AA50D}"/>
              </a:ext>
            </a:extLst>
          </p:cNvPr>
          <p:cNvSpPr txBox="1">
            <a:spLocks/>
          </p:cNvSpPr>
          <p:nvPr/>
        </p:nvSpPr>
        <p:spPr>
          <a:xfrm>
            <a:off x="566451" y="589933"/>
            <a:ext cx="1877990" cy="56132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rgbClr val="FFFFFF"/>
                </a:solidFill>
              </a:rPr>
              <a:t>C Programming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37141982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47F247E-B679-44E9-93C2-B2DD5EFB2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E15661-B0F2-42AE-A75B-0999B2CF5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72744" y="484632"/>
            <a:ext cx="8948150" cy="588091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9327" y="788416"/>
            <a:ext cx="7923264" cy="149961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4706C1-38B7-4C23-8749-906CB0DC8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152" y="484632"/>
            <a:ext cx="2128933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D161189-7A5B-4B2B-93DC-777102994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207198" y="1029524"/>
            <a:ext cx="0" cy="914400"/>
          </a:xfrm>
          <a:prstGeom prst="line">
            <a:avLst/>
          </a:prstGeom>
          <a:ln w="19050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9327" y="2489202"/>
            <a:ext cx="7923264" cy="3554614"/>
          </a:xfrm>
        </p:spPr>
        <p:txBody>
          <a:bodyPr>
            <a:normAutofit/>
          </a:bodyPr>
          <a:lstStyle/>
          <a:p>
            <a:endParaRPr lang="en-US" dirty="0">
              <a:solidFill>
                <a:srgbClr val="FFFFFF"/>
              </a:solidFill>
            </a:endParaRPr>
          </a:p>
          <a:p>
            <a:r>
              <a:rPr lang="en-US" dirty="0"/>
              <a:t>Manual conversions are error-prone and time-consuming.</a:t>
            </a:r>
            <a:br>
              <a:rPr lang="en-US" dirty="0"/>
            </a:br>
            <a:r>
              <a:rPr lang="en-US" dirty="0"/>
              <a:t>Existing tools lack offline support and customization.</a:t>
            </a:r>
            <a:br>
              <a:rPr lang="en-US" dirty="0"/>
            </a:br>
            <a:r>
              <a:rPr lang="en-US" dirty="0"/>
              <a:t>Our system offers a lightweight, offline solution with multiple unit categories and precise calculations.</a:t>
            </a:r>
          </a:p>
        </p:txBody>
      </p:sp>
      <p:pic>
        <p:nvPicPr>
          <p:cNvPr id="4" name="Picture 3" descr="A blue and red logo&#10;&#10;AI-generated content may be incorrect.">
            <a:extLst>
              <a:ext uri="{FF2B5EF4-FFF2-40B4-BE49-F238E27FC236}">
                <a16:creationId xmlns:a16="http://schemas.microsoft.com/office/drawing/2014/main" id="{C193C4A9-4685-FBDF-1F44-578A1FDCC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51" y="654831"/>
            <a:ext cx="1877990" cy="46949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28D31F9-3AA8-3431-1E27-0DB06F2FF460}"/>
              </a:ext>
            </a:extLst>
          </p:cNvPr>
          <p:cNvSpPr txBox="1">
            <a:spLocks/>
          </p:cNvSpPr>
          <p:nvPr/>
        </p:nvSpPr>
        <p:spPr>
          <a:xfrm>
            <a:off x="566451" y="589933"/>
            <a:ext cx="1877990" cy="56132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rgbClr val="FFFFFF"/>
                </a:solidFill>
              </a:rPr>
              <a:t>C Programming Project Presentation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47F247E-B679-44E9-93C2-B2DD5EFB2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E15661-B0F2-42AE-A75B-0999B2CF5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72744" y="484632"/>
            <a:ext cx="8948150" cy="588091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9327" y="788416"/>
            <a:ext cx="7923264" cy="149961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System Requirements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4706C1-38B7-4C23-8749-906CB0DC8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152" y="484632"/>
            <a:ext cx="2128933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D161189-7A5B-4B2B-93DC-777102994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207198" y="1029524"/>
            <a:ext cx="0" cy="914400"/>
          </a:xfrm>
          <a:prstGeom prst="line">
            <a:avLst/>
          </a:prstGeom>
          <a:ln w="19050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9327" y="2489202"/>
            <a:ext cx="7923264" cy="3554614"/>
          </a:xfrm>
        </p:spPr>
        <p:txBody>
          <a:bodyPr>
            <a:normAutofit/>
          </a:bodyPr>
          <a:lstStyle/>
          <a:p>
            <a:endParaRPr lang="en-IN" sz="1500">
              <a:solidFill>
                <a:srgbClr val="FFFFFF"/>
              </a:solidFill>
            </a:endParaRPr>
          </a:p>
          <a:p>
            <a:pPr>
              <a:defRPr sz="1800"/>
            </a:pPr>
            <a:r>
              <a:rPr lang="en-IN" sz="1500">
                <a:solidFill>
                  <a:srgbClr val="FFFFFF"/>
                </a:solidFill>
              </a:rPr>
              <a:t>Hardware Requirements:</a:t>
            </a:r>
          </a:p>
          <a:p>
            <a:pPr>
              <a:defRPr sz="1800"/>
            </a:pPr>
            <a:r>
              <a:rPr lang="en-IN" sz="1500">
                <a:solidFill>
                  <a:srgbClr val="FFFFFF"/>
                </a:solidFill>
              </a:rPr>
              <a:t>• Processor: Intel i3 or higher</a:t>
            </a:r>
          </a:p>
          <a:p>
            <a:pPr>
              <a:defRPr sz="1800"/>
            </a:pPr>
            <a:r>
              <a:rPr lang="en-IN" sz="1500">
                <a:solidFill>
                  <a:srgbClr val="FFFFFF"/>
                </a:solidFill>
              </a:rPr>
              <a:t>• RAM: 4 GB minimum</a:t>
            </a:r>
          </a:p>
          <a:p>
            <a:pPr>
              <a:defRPr sz="1800"/>
            </a:pPr>
            <a:r>
              <a:rPr lang="en-IN" sz="1500">
                <a:solidFill>
                  <a:srgbClr val="FFFFFF"/>
                </a:solidFill>
              </a:rPr>
              <a:t>• Storage: 500 MB free space</a:t>
            </a:r>
          </a:p>
          <a:p>
            <a:pPr>
              <a:defRPr sz="1800"/>
            </a:pPr>
            <a:endParaRPr lang="en-IN" sz="1500">
              <a:solidFill>
                <a:srgbClr val="FFFFFF"/>
              </a:solidFill>
            </a:endParaRPr>
          </a:p>
          <a:p>
            <a:pPr>
              <a:defRPr sz="1800"/>
            </a:pPr>
            <a:r>
              <a:rPr lang="en-IN" sz="1500">
                <a:solidFill>
                  <a:srgbClr val="FFFFFF"/>
                </a:solidFill>
              </a:rPr>
              <a:t>Software Requirements:</a:t>
            </a:r>
          </a:p>
          <a:p>
            <a:pPr>
              <a:defRPr sz="1800"/>
            </a:pPr>
            <a:r>
              <a:rPr lang="en-IN" sz="1500">
                <a:solidFill>
                  <a:srgbClr val="FFFFFF"/>
                </a:solidFill>
              </a:rPr>
              <a:t>• OS: Windows / Linux</a:t>
            </a:r>
          </a:p>
          <a:p>
            <a:pPr>
              <a:defRPr sz="1800"/>
            </a:pPr>
            <a:r>
              <a:rPr lang="en-IN" sz="1500">
                <a:solidFill>
                  <a:srgbClr val="FFFFFF"/>
                </a:solidFill>
              </a:rPr>
              <a:t>• Compiler: GCC / Turbo C / Code::Blocks / Dev C++</a:t>
            </a:r>
          </a:p>
        </p:txBody>
      </p:sp>
      <p:pic>
        <p:nvPicPr>
          <p:cNvPr id="4" name="Picture 3" descr="A blue and red logo&#10;&#10;AI-generated content may be incorrect.">
            <a:extLst>
              <a:ext uri="{FF2B5EF4-FFF2-40B4-BE49-F238E27FC236}">
                <a16:creationId xmlns:a16="http://schemas.microsoft.com/office/drawing/2014/main" id="{1392A1EC-4E19-57D7-4947-D0EB722C5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51" y="654831"/>
            <a:ext cx="1877990" cy="46949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CBAC279-35D5-0BBE-450A-E804D915FEFC}"/>
              </a:ext>
            </a:extLst>
          </p:cNvPr>
          <p:cNvSpPr txBox="1">
            <a:spLocks/>
          </p:cNvSpPr>
          <p:nvPr/>
        </p:nvSpPr>
        <p:spPr>
          <a:xfrm>
            <a:off x="566451" y="589933"/>
            <a:ext cx="1877990" cy="56132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rgbClr val="FFFFFF"/>
                </a:solidFill>
              </a:rPr>
              <a:t>C Programming Project Presentation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47F247E-B679-44E9-93C2-B2DD5EFB2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E15661-B0F2-42AE-A75B-0999B2CF5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72744" y="484632"/>
            <a:ext cx="8948150" cy="588091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9327" y="788416"/>
            <a:ext cx="7923264" cy="149961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System Design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4706C1-38B7-4C23-8749-906CB0DC8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152" y="484632"/>
            <a:ext cx="2128933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D161189-7A5B-4B2B-93DC-777102994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207198" y="1029524"/>
            <a:ext cx="0" cy="914400"/>
          </a:xfrm>
          <a:prstGeom prst="line">
            <a:avLst/>
          </a:prstGeom>
          <a:ln w="19050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07198" y="2076246"/>
            <a:ext cx="8185393" cy="4289301"/>
          </a:xfrm>
        </p:spPr>
        <p:txBody>
          <a:bodyPr>
            <a:normAutofit/>
          </a:bodyPr>
          <a:lstStyle/>
          <a:p>
            <a:endParaRPr lang="en-US" dirty="0">
              <a:solidFill>
                <a:srgbClr val="FFFFFF"/>
              </a:solidFill>
            </a:endParaRPr>
          </a:p>
          <a:p>
            <a:pPr>
              <a:defRPr sz="1800"/>
            </a:pPr>
            <a:r>
              <a:rPr lang="en-US" dirty="0">
                <a:solidFill>
                  <a:srgbClr val="FFFFFF"/>
                </a:solidFill>
              </a:rPr>
              <a:t>Structure and workflow of the system</a:t>
            </a:r>
          </a:p>
          <a:p>
            <a:pPr>
              <a:defRPr sz="1800"/>
            </a:pPr>
            <a:r>
              <a:rPr lang="en-US" dirty="0"/>
              <a:t>Start → Select Unit Category → Enter Value → Choose Conversion → Show Result → Option to Save</a:t>
            </a:r>
            <a:endParaRPr lang="en-US" dirty="0">
              <a:solidFill>
                <a:srgbClr val="FFFFFF"/>
              </a:solidFill>
            </a:endParaRPr>
          </a:p>
          <a:p>
            <a:pPr>
              <a:defRPr sz="1800"/>
            </a:pPr>
            <a:r>
              <a:rPr lang="en-US" dirty="0">
                <a:solidFill>
                  <a:srgbClr val="FFFFFF"/>
                </a:solidFill>
              </a:rPr>
              <a:t>• Flowchart (logic flow)</a:t>
            </a:r>
          </a:p>
        </p:txBody>
      </p:sp>
      <p:pic>
        <p:nvPicPr>
          <p:cNvPr id="4" name="Picture 3" descr="A blue and red logo&#10;&#10;AI-generated content may be incorrect.">
            <a:extLst>
              <a:ext uri="{FF2B5EF4-FFF2-40B4-BE49-F238E27FC236}">
                <a16:creationId xmlns:a16="http://schemas.microsoft.com/office/drawing/2014/main" id="{55654E17-9978-B47B-C4A4-11E19DF18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51" y="654831"/>
            <a:ext cx="1877990" cy="469498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834A6CB-2902-1EAD-EE4C-87042FE71220}"/>
              </a:ext>
            </a:extLst>
          </p:cNvPr>
          <p:cNvSpPr txBox="1">
            <a:spLocks/>
          </p:cNvSpPr>
          <p:nvPr/>
        </p:nvSpPr>
        <p:spPr>
          <a:xfrm>
            <a:off x="566451" y="589933"/>
            <a:ext cx="1877990" cy="56132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rgbClr val="FFFFFF"/>
                </a:solidFill>
              </a:rPr>
              <a:t>C Programming Project Presentation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8AC61B9-6B30-D0F3-DC1F-992DF9A238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19" y="3962729"/>
            <a:ext cx="3124389" cy="2386990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47F247E-B679-44E9-93C2-B2DD5EFB2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E15661-B0F2-42AE-A75B-0999B2CF5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72744" y="484632"/>
            <a:ext cx="8948150" cy="588091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9327" y="788416"/>
            <a:ext cx="7923264" cy="149961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Module Description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4706C1-38B7-4C23-8749-906CB0DC8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152" y="484632"/>
            <a:ext cx="2128933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D161189-7A5B-4B2B-93DC-777102994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207198" y="1029524"/>
            <a:ext cx="0" cy="914400"/>
          </a:xfrm>
          <a:prstGeom prst="line">
            <a:avLst/>
          </a:prstGeom>
          <a:ln w="19050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blue and red logo&#10;&#10;AI-generated content may be incorrect.">
            <a:extLst>
              <a:ext uri="{FF2B5EF4-FFF2-40B4-BE49-F238E27FC236}">
                <a16:creationId xmlns:a16="http://schemas.microsoft.com/office/drawing/2014/main" id="{5BC93063-3800-2D2B-245E-10A062F94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51" y="654831"/>
            <a:ext cx="1877990" cy="469498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67D6C3E7-2815-9A3E-AF80-69072763500A}"/>
              </a:ext>
            </a:extLst>
          </p:cNvPr>
          <p:cNvSpPr txBox="1">
            <a:spLocks/>
          </p:cNvSpPr>
          <p:nvPr/>
        </p:nvSpPr>
        <p:spPr>
          <a:xfrm>
            <a:off x="566451" y="589933"/>
            <a:ext cx="1877990" cy="56132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rgbClr val="FFFFFF"/>
                </a:solidFill>
              </a:rPr>
              <a:t>C Programming Project Presentation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0FE242A-75F5-9A32-C69E-A608A356B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 Module: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Accepts user input for value and unit type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Conversion Module: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Performs calculations using conversion formulas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 Module: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Displays converted result and optional explanation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 Handling Module: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Saves conversion history and retrieves past logs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F712CE08-E4BF-340D-CADD-63D163D932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68688" y="2489200"/>
            <a:ext cx="7923212" cy="3554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 Module: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Accepts user input for value and unit type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Conversion Module: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Performs calculations using conversion formulas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 Module: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Displays converted result and optional explanation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 Handling Module: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Saves conversion history and retrieves past logs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47F247E-B679-44E9-93C2-B2DD5EFB2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E15661-B0F2-42AE-A75B-0999B2CF5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72744" y="484632"/>
            <a:ext cx="8948150" cy="588091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9327" y="788416"/>
            <a:ext cx="7923264" cy="149961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Algorithm / Flowchart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4706C1-38B7-4C23-8749-906CB0DC8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152" y="484632"/>
            <a:ext cx="2128933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D161189-7A5B-4B2B-93DC-777102994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207198" y="1029524"/>
            <a:ext cx="0" cy="914400"/>
          </a:xfrm>
          <a:prstGeom prst="line">
            <a:avLst/>
          </a:prstGeom>
          <a:ln w="19050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9327" y="2489202"/>
            <a:ext cx="7923264" cy="3554614"/>
          </a:xfrm>
        </p:spPr>
        <p:txBody>
          <a:bodyPr>
            <a:normAutofit/>
          </a:bodyPr>
          <a:lstStyle/>
          <a:p>
            <a:endParaRPr lang="en-US" dirty="0">
              <a:solidFill>
                <a:srgbClr val="FFFFFF"/>
              </a:solidFill>
            </a:endParaRPr>
          </a:p>
          <a:p>
            <a:pPr>
              <a:defRPr sz="1800"/>
            </a:pPr>
            <a:r>
              <a:rPr lang="en-US" dirty="0">
                <a:solidFill>
                  <a:srgbClr val="FFFFFF"/>
                </a:solidFill>
              </a:rPr>
              <a:t>1. Start</a:t>
            </a:r>
          </a:p>
          <a:p>
            <a:pPr>
              <a:defRPr sz="1800"/>
            </a:pPr>
            <a:r>
              <a:rPr lang="en-US" dirty="0">
                <a:solidFill>
                  <a:srgbClr val="FFFFFF"/>
                </a:solidFill>
              </a:rPr>
              <a:t>2. Initialize variables</a:t>
            </a:r>
          </a:p>
          <a:p>
            <a:pPr>
              <a:defRPr sz="1800"/>
            </a:pPr>
            <a:r>
              <a:rPr lang="en-US" dirty="0">
                <a:solidFill>
                  <a:srgbClr val="FFFFFF"/>
                </a:solidFill>
              </a:rPr>
              <a:t>3. Input data from the user</a:t>
            </a:r>
          </a:p>
          <a:p>
            <a:pPr>
              <a:defRPr sz="1800"/>
            </a:pPr>
            <a:r>
              <a:rPr lang="en-US" dirty="0">
                <a:solidFill>
                  <a:srgbClr val="FFFFFF"/>
                </a:solidFill>
              </a:rPr>
              <a:t>4. Process data</a:t>
            </a:r>
          </a:p>
          <a:p>
            <a:pPr>
              <a:defRPr sz="1800"/>
            </a:pPr>
            <a:r>
              <a:rPr lang="en-US" dirty="0">
                <a:solidFill>
                  <a:srgbClr val="FFFFFF"/>
                </a:solidFill>
              </a:rPr>
              <a:t>5. Display output</a:t>
            </a:r>
          </a:p>
          <a:p>
            <a:pPr>
              <a:defRPr sz="1800"/>
            </a:pPr>
            <a:r>
              <a:rPr lang="en-US" dirty="0">
                <a:solidFill>
                  <a:srgbClr val="FFFFFF"/>
                </a:solidFill>
              </a:rPr>
              <a:t>6. Stop</a:t>
            </a:r>
          </a:p>
        </p:txBody>
      </p:sp>
      <p:pic>
        <p:nvPicPr>
          <p:cNvPr id="4" name="Picture 3" descr="A blue and red logo&#10;&#10;AI-generated content may be incorrect.">
            <a:extLst>
              <a:ext uri="{FF2B5EF4-FFF2-40B4-BE49-F238E27FC236}">
                <a16:creationId xmlns:a16="http://schemas.microsoft.com/office/drawing/2014/main" id="{B63DBD0D-A3B9-4586-842A-0AD3CC6378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51" y="654831"/>
            <a:ext cx="1877990" cy="469498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5FC3777D-C970-10FF-538B-C6E68751B24A}"/>
              </a:ext>
            </a:extLst>
          </p:cNvPr>
          <p:cNvSpPr txBox="1">
            <a:spLocks/>
          </p:cNvSpPr>
          <p:nvPr/>
        </p:nvSpPr>
        <p:spPr>
          <a:xfrm>
            <a:off x="566451" y="589933"/>
            <a:ext cx="1877990" cy="56132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rgbClr val="FFFFFF"/>
                </a:solidFill>
              </a:rPr>
              <a:t>C Programming Project Presentation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52565E-C80F-F16F-2DDD-D0525E2289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479" y="2065019"/>
            <a:ext cx="3124389" cy="4138149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47F247E-B679-44E9-93C2-B2DD5EFB2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E15661-B0F2-42AE-A75B-0999B2CF5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72744" y="484632"/>
            <a:ext cx="8948150" cy="588091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9327" y="788416"/>
            <a:ext cx="7923264" cy="1499616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FFFF"/>
                </a:solidFill>
              </a:rPr>
              <a:t>Source code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4706C1-38B7-4C23-8749-906CB0DC8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152" y="484632"/>
            <a:ext cx="2128933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D161189-7A5B-4B2B-93DC-777102994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207198" y="1029524"/>
            <a:ext cx="0" cy="914400"/>
          </a:xfrm>
          <a:prstGeom prst="line">
            <a:avLst/>
          </a:prstGeom>
          <a:ln w="19050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0E1945F-498D-B4CB-BD9D-CA65EB4FE6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78815" y="2255012"/>
            <a:ext cx="4731157" cy="3554413"/>
          </a:xfrm>
          <a:prstGeom prst="rect">
            <a:avLst/>
          </a:prstGeom>
        </p:spPr>
      </p:pic>
      <p:pic>
        <p:nvPicPr>
          <p:cNvPr id="4" name="Picture 3" descr="A blue and red logo&#10;&#10;AI-generated content may be incorrect.">
            <a:extLst>
              <a:ext uri="{FF2B5EF4-FFF2-40B4-BE49-F238E27FC236}">
                <a16:creationId xmlns:a16="http://schemas.microsoft.com/office/drawing/2014/main" id="{796703C0-6481-F787-9366-DCA16D889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451" y="654831"/>
            <a:ext cx="1877990" cy="469498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2E64EB39-C404-5106-DC17-E1DDC0804416}"/>
              </a:ext>
            </a:extLst>
          </p:cNvPr>
          <p:cNvSpPr txBox="1">
            <a:spLocks/>
          </p:cNvSpPr>
          <p:nvPr/>
        </p:nvSpPr>
        <p:spPr>
          <a:xfrm>
            <a:off x="566451" y="589933"/>
            <a:ext cx="1877990" cy="56132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rgbClr val="FFFFFF"/>
                </a:solidFill>
              </a:rPr>
              <a:t>C Programming Project Presentation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47F247E-B679-44E9-93C2-B2DD5EFB2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E15661-B0F2-42AE-A75B-0999B2CF5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72744" y="484632"/>
            <a:ext cx="8948150" cy="588091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9327" y="788416"/>
            <a:ext cx="7923264" cy="149961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Output Screens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4706C1-38B7-4C23-8749-906CB0DC8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152" y="484632"/>
            <a:ext cx="2128933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D161189-7A5B-4B2B-93DC-777102994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207198" y="1029524"/>
            <a:ext cx="0" cy="914400"/>
          </a:xfrm>
          <a:prstGeom prst="line">
            <a:avLst/>
          </a:prstGeom>
          <a:ln w="19050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43630E3-5369-E10F-1FB3-4E421F7083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07977" y="2420620"/>
            <a:ext cx="2636514" cy="3554413"/>
          </a:xfrm>
          <a:prstGeom prst="rect">
            <a:avLst/>
          </a:prstGeom>
        </p:spPr>
      </p:pic>
      <p:pic>
        <p:nvPicPr>
          <p:cNvPr id="4" name="Picture 3" descr="A blue and red logo&#10;&#10;AI-generated content may be incorrect.">
            <a:extLst>
              <a:ext uri="{FF2B5EF4-FFF2-40B4-BE49-F238E27FC236}">
                <a16:creationId xmlns:a16="http://schemas.microsoft.com/office/drawing/2014/main" id="{071806B7-3E64-159A-B881-802C2EF85D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451" y="654831"/>
            <a:ext cx="1877990" cy="46949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26B2CC93-C258-759E-E047-A48BF6F3EE88}"/>
              </a:ext>
            </a:extLst>
          </p:cNvPr>
          <p:cNvSpPr txBox="1">
            <a:spLocks/>
          </p:cNvSpPr>
          <p:nvPr/>
        </p:nvSpPr>
        <p:spPr>
          <a:xfrm>
            <a:off x="566451" y="589933"/>
            <a:ext cx="1877990" cy="56132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rgbClr val="FFFFFF"/>
                </a:solidFill>
              </a:rPr>
              <a:t>C Programming Project Presentation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47F247E-B679-44E9-93C2-B2DD5EFB2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E15661-B0F2-42AE-A75B-0999B2CF5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72744" y="484632"/>
            <a:ext cx="8948150" cy="588091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9327" y="788416"/>
            <a:ext cx="7923264" cy="149961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Results &amp; Discussion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4706C1-38B7-4C23-8749-906CB0DC8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152" y="484632"/>
            <a:ext cx="2128933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D161189-7A5B-4B2B-93DC-777102994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207198" y="1029524"/>
            <a:ext cx="0" cy="914400"/>
          </a:xfrm>
          <a:prstGeom prst="line">
            <a:avLst/>
          </a:prstGeom>
          <a:ln w="19050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blue and red logo&#10;&#10;AI-generated content may be incorrect.">
            <a:extLst>
              <a:ext uri="{FF2B5EF4-FFF2-40B4-BE49-F238E27FC236}">
                <a16:creationId xmlns:a16="http://schemas.microsoft.com/office/drawing/2014/main" id="{3BE39648-BA08-EA97-64BF-0F8447EB7C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51" y="654831"/>
            <a:ext cx="1877990" cy="46949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7FBD865B-42DD-1676-B9A1-0990F2FBB94B}"/>
              </a:ext>
            </a:extLst>
          </p:cNvPr>
          <p:cNvSpPr txBox="1">
            <a:spLocks/>
          </p:cNvSpPr>
          <p:nvPr/>
        </p:nvSpPr>
        <p:spPr>
          <a:xfrm>
            <a:off x="566451" y="589933"/>
            <a:ext cx="1877990" cy="56132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rgbClr val="FFFFFF"/>
                </a:solidFill>
              </a:rPr>
              <a:t>C Programming Project Presentation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19F061A-12C8-A85A-1DD9-87B1F3F5A4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84868" y="2694334"/>
            <a:ext cx="7914346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Functionality Verified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All conversion modules (Length, Weight, Temperature) produced accurate results based on standard formulas.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Modular Design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Each unit type handled by separate functions, improving readability and maintainability.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 Handling Success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Conversion history stored reliably using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fprintf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fopen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confirming correct use of file operations.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Experience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Menu-driven interface was intuitive and responsive, allowing smooth navigation between options.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Testing Outcomes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Sample inputs matched expected outputs across multiple test cases, validating logic and precision.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Challenges Faced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Managing floating-point precision for temperature and weight conversions.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Simplifying the interface while retaining flexibility.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Resolutions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formatted output 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%.2f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for clarity.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Refactored repetitive logic into a unified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convert()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function for brevity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47F247E-B679-44E9-93C2-B2DD5EFB2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E15661-B0F2-42AE-A75B-0999B2CF5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72744" y="484632"/>
            <a:ext cx="8948150" cy="588091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9327" y="788416"/>
            <a:ext cx="7923264" cy="149961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Conclusion &amp; Future Enhancement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4706C1-38B7-4C23-8749-906CB0DC8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152" y="484632"/>
            <a:ext cx="2128933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D161189-7A5B-4B2B-93DC-777102994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207198" y="1029524"/>
            <a:ext cx="0" cy="914400"/>
          </a:xfrm>
          <a:prstGeom prst="line">
            <a:avLst/>
          </a:prstGeom>
          <a:ln w="19050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9327" y="2489202"/>
            <a:ext cx="7923264" cy="3554614"/>
          </a:xfrm>
        </p:spPr>
        <p:txBody>
          <a:bodyPr>
            <a:normAutofit/>
          </a:bodyPr>
          <a:lstStyle/>
          <a:p>
            <a:endParaRPr lang="en-US" sz="1500">
              <a:solidFill>
                <a:srgbClr val="FFFFFF"/>
              </a:solidFill>
            </a:endParaRPr>
          </a:p>
          <a:p>
            <a:pPr>
              <a:defRPr sz="1800"/>
            </a:pPr>
            <a:r>
              <a:rPr lang="en-US" sz="1500">
                <a:solidFill>
                  <a:srgbClr val="FFFFFF"/>
                </a:solidFill>
              </a:rPr>
              <a:t>Conclusion:</a:t>
            </a:r>
          </a:p>
          <a:p>
            <a:pPr>
              <a:defRPr sz="1800"/>
            </a:pPr>
            <a:r>
              <a:rPr lang="en-US" sz="1500">
                <a:solidFill>
                  <a:srgbClr val="FFFFFF"/>
                </a:solidFill>
              </a:rPr>
              <a:t>• Project achieved intended objectives</a:t>
            </a:r>
          </a:p>
          <a:p>
            <a:pPr>
              <a:defRPr sz="1800"/>
            </a:pPr>
            <a:r>
              <a:rPr lang="en-US" sz="1500">
                <a:solidFill>
                  <a:srgbClr val="FFFFFF"/>
                </a:solidFill>
              </a:rPr>
              <a:t>• Improved understanding of C concepts and system design</a:t>
            </a:r>
          </a:p>
          <a:p>
            <a:pPr>
              <a:defRPr sz="1800"/>
            </a:pPr>
            <a:endParaRPr lang="en-US" sz="1500">
              <a:solidFill>
                <a:srgbClr val="FFFFFF"/>
              </a:solidFill>
            </a:endParaRPr>
          </a:p>
          <a:p>
            <a:pPr>
              <a:defRPr sz="1800"/>
            </a:pPr>
            <a:r>
              <a:rPr lang="en-US" sz="1500">
                <a:solidFill>
                  <a:srgbClr val="FFFFFF"/>
                </a:solidFill>
              </a:rPr>
              <a:t>Future Enhancements:</a:t>
            </a:r>
          </a:p>
          <a:p>
            <a:pPr>
              <a:defRPr sz="1800"/>
            </a:pPr>
            <a:r>
              <a:rPr lang="en-US" sz="1500">
                <a:solidFill>
                  <a:srgbClr val="FFFFFF"/>
                </a:solidFill>
              </a:rPr>
              <a:t>• Add GUI support</a:t>
            </a:r>
          </a:p>
          <a:p>
            <a:pPr>
              <a:defRPr sz="1800"/>
            </a:pPr>
            <a:r>
              <a:rPr lang="en-US" sz="1500">
                <a:solidFill>
                  <a:srgbClr val="FFFFFF"/>
                </a:solidFill>
              </a:rPr>
              <a:t>• Integrate with database</a:t>
            </a:r>
          </a:p>
          <a:p>
            <a:pPr>
              <a:defRPr sz="1800"/>
            </a:pPr>
            <a:r>
              <a:rPr lang="en-US" sz="1500">
                <a:solidFill>
                  <a:srgbClr val="FFFFFF"/>
                </a:solidFill>
              </a:rPr>
              <a:t>• Extend functionality for scalability</a:t>
            </a:r>
          </a:p>
        </p:txBody>
      </p:sp>
      <p:pic>
        <p:nvPicPr>
          <p:cNvPr id="4" name="Picture 3" descr="A blue and red logo&#10;&#10;AI-generated content may be incorrect.">
            <a:extLst>
              <a:ext uri="{FF2B5EF4-FFF2-40B4-BE49-F238E27FC236}">
                <a16:creationId xmlns:a16="http://schemas.microsoft.com/office/drawing/2014/main" id="{E33C33AE-CEF9-0AF8-7898-A9FC7E41A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51" y="654831"/>
            <a:ext cx="1877990" cy="469498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AC083346-2093-66D1-1B34-0DA04F8577EA}"/>
              </a:ext>
            </a:extLst>
          </p:cNvPr>
          <p:cNvSpPr txBox="1">
            <a:spLocks/>
          </p:cNvSpPr>
          <p:nvPr/>
        </p:nvSpPr>
        <p:spPr>
          <a:xfrm>
            <a:off x="566451" y="589933"/>
            <a:ext cx="1877990" cy="56132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rgbClr val="FFFFFF"/>
                </a:solidFill>
              </a:rPr>
              <a:t>C Programming Project Presentation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47F247E-B679-44E9-93C2-B2DD5EFB2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E15661-B0F2-42AE-A75B-0999B2CF5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72744" y="484632"/>
            <a:ext cx="8948150" cy="588091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9327" y="788416"/>
            <a:ext cx="7923264" cy="149961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References / Acknowledgement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4706C1-38B7-4C23-8749-906CB0DC8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152" y="484632"/>
            <a:ext cx="2128933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D161189-7A5B-4B2B-93DC-777102994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207198" y="1029524"/>
            <a:ext cx="0" cy="914400"/>
          </a:xfrm>
          <a:prstGeom prst="line">
            <a:avLst/>
          </a:prstGeom>
          <a:ln w="19050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9327" y="2489202"/>
            <a:ext cx="7923264" cy="3554614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  <a:p>
            <a:pPr>
              <a:defRPr sz="1800"/>
            </a:pPr>
            <a:r>
              <a:rPr lang="en-US">
                <a:solidFill>
                  <a:srgbClr val="FFFFFF"/>
                </a:solidFill>
              </a:rPr>
              <a:t>References:</a:t>
            </a:r>
          </a:p>
          <a:p>
            <a:pPr>
              <a:defRPr sz="1800"/>
            </a:pPr>
            <a:r>
              <a:rPr lang="en-US">
                <a:solidFill>
                  <a:srgbClr val="FFFFFF"/>
                </a:solidFill>
              </a:rPr>
              <a:t>• Let Us C – Yashavant Kanetkar</a:t>
            </a:r>
          </a:p>
          <a:p>
            <a:pPr>
              <a:defRPr sz="1800"/>
            </a:pPr>
            <a:r>
              <a:rPr lang="en-US">
                <a:solidFill>
                  <a:srgbClr val="FFFFFF"/>
                </a:solidFill>
              </a:rPr>
              <a:t>• C Programming – E. Balagurusamy</a:t>
            </a:r>
          </a:p>
          <a:p>
            <a:pPr>
              <a:defRPr sz="1800"/>
            </a:pPr>
            <a:r>
              <a:rPr lang="en-US">
                <a:solidFill>
                  <a:srgbClr val="FFFFFF"/>
                </a:solidFill>
              </a:rPr>
              <a:t>• Online resources and documentation</a:t>
            </a:r>
          </a:p>
          <a:p>
            <a:pPr>
              <a:defRPr sz="1800"/>
            </a:pPr>
            <a:endParaRPr lang="en-US">
              <a:solidFill>
                <a:srgbClr val="FFFFFF"/>
              </a:solidFill>
            </a:endParaRPr>
          </a:p>
          <a:p>
            <a:pPr>
              <a:defRPr sz="1800"/>
            </a:pPr>
            <a:r>
              <a:rPr lang="en-US">
                <a:solidFill>
                  <a:srgbClr val="FFFFFF"/>
                </a:solidFill>
              </a:rPr>
              <a:t>Acknowledgement:</a:t>
            </a:r>
          </a:p>
          <a:p>
            <a:pPr>
              <a:defRPr sz="1800"/>
            </a:pPr>
            <a:r>
              <a:rPr lang="en-US">
                <a:solidFill>
                  <a:srgbClr val="FFFFFF"/>
                </a:solidFill>
              </a:rPr>
              <a:t>• Express gratitude to mentor, department, and team members</a:t>
            </a:r>
          </a:p>
        </p:txBody>
      </p:sp>
      <p:pic>
        <p:nvPicPr>
          <p:cNvPr id="4" name="Picture 3" descr="A blue and red logo&#10;&#10;AI-generated content may be incorrect.">
            <a:extLst>
              <a:ext uri="{FF2B5EF4-FFF2-40B4-BE49-F238E27FC236}">
                <a16:creationId xmlns:a16="http://schemas.microsoft.com/office/drawing/2014/main" id="{A8F9C778-C564-0AE5-96C4-4F5B80AFB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51" y="654831"/>
            <a:ext cx="1877990" cy="469498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234B797E-1E27-7D7C-ACA9-939E1194A594}"/>
              </a:ext>
            </a:extLst>
          </p:cNvPr>
          <p:cNvSpPr txBox="1">
            <a:spLocks/>
          </p:cNvSpPr>
          <p:nvPr/>
        </p:nvSpPr>
        <p:spPr>
          <a:xfrm>
            <a:off x="566451" y="589933"/>
            <a:ext cx="1877990" cy="56132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rgbClr val="FFFFFF"/>
                </a:solidFill>
              </a:rPr>
              <a:t>C Programming Project Presentation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0D4A79B-06B2-4FE7-9CF6-54D940A8F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BFA14D-8E4F-42D4-B5A0-9588A6A454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545" y="321731"/>
            <a:ext cx="11551187" cy="621453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9" y="585216"/>
            <a:ext cx="10329671" cy="149961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Thank You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0B2B88-1A1B-486B-9366-918FE2E71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9" y="2286000"/>
            <a:ext cx="10329671" cy="3862971"/>
          </a:xfrm>
        </p:spPr>
        <p:txBody>
          <a:bodyPr>
            <a:normAutofit/>
          </a:bodyPr>
          <a:lstStyle/>
          <a:p>
            <a:r>
              <a:rPr lang="en-US" b="1" dirty="0"/>
              <a:t>Closing Remark / Project Motto:</a:t>
            </a:r>
            <a:br>
              <a:rPr lang="en-US" b="1" dirty="0"/>
            </a:br>
            <a:r>
              <a:rPr lang="en-US" b="1" i="1" dirty="0"/>
              <a:t>"Convert smart, compute fast — one unit at a time!"</a:t>
            </a:r>
            <a:endParaRPr lang="en-US" b="1" dirty="0"/>
          </a:p>
          <a:p>
            <a:r>
              <a:rPr lang="en-US" b="1" dirty="0"/>
              <a:t>Questions &amp; Discussions:</a:t>
            </a:r>
            <a:br>
              <a:rPr lang="en-US" b="1" dirty="0"/>
            </a:br>
            <a:r>
              <a:rPr lang="en-US" b="1" dirty="0"/>
              <a:t>We welcome your feedback and are happy to answer any questions about our Unit Converter Suite.</a:t>
            </a:r>
          </a:p>
          <a:p>
            <a:endParaRPr lang="en-US" dirty="0">
              <a:solidFill>
                <a:srgbClr val="FFFFFF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133</TotalTime>
  <Words>694</Words>
  <Application>Microsoft Office PowerPoint</Application>
  <PresentationFormat>Widescreen</PresentationFormat>
  <Paragraphs>103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Arial Unicode MS</vt:lpstr>
      <vt:lpstr>Tw Cen MT</vt:lpstr>
      <vt:lpstr>Tw Cen MT Condensed</vt:lpstr>
      <vt:lpstr>Wingdings 3</vt:lpstr>
      <vt:lpstr>Integral</vt:lpstr>
      <vt:lpstr>C Programming Project Presentation</vt:lpstr>
      <vt:lpstr>Introduction</vt:lpstr>
      <vt:lpstr>Objective</vt:lpstr>
      <vt:lpstr>Problem Statement</vt:lpstr>
      <vt:lpstr>System Requirements</vt:lpstr>
      <vt:lpstr>System Design</vt:lpstr>
      <vt:lpstr>Module Description</vt:lpstr>
      <vt:lpstr>Algorithm / Flowchart</vt:lpstr>
      <vt:lpstr>Source code</vt:lpstr>
      <vt:lpstr>Output Screens</vt:lpstr>
      <vt:lpstr>Results &amp; Discussion</vt:lpstr>
      <vt:lpstr>Conclusion &amp; Future Enhancement</vt:lpstr>
      <vt:lpstr>References / Acknowledgement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Mahalakshmi A</dc:creator>
  <cp:keywords/>
  <dc:description>generated using python-pptx</dc:description>
  <cp:lastModifiedBy>Mahalakshmi A</cp:lastModifiedBy>
  <cp:revision>3</cp:revision>
  <dcterms:created xsi:type="dcterms:W3CDTF">2013-01-27T09:14:16Z</dcterms:created>
  <dcterms:modified xsi:type="dcterms:W3CDTF">2025-11-07T17:48:28Z</dcterms:modified>
  <cp:category/>
</cp:coreProperties>
</file>